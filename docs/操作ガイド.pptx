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9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C45616-4299-8458-BD83-E3CFD738D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6926922-F5BE-0C58-FB71-4EB8B77685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72A0BA-2081-DFDB-A438-C506B0F8D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5A91CB-FB2E-D8D0-A112-3B92DE75E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8DEF1C-F266-8117-F220-73E9E2883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597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151D01-0539-062E-D07D-27070B301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0F92E5-C00C-434E-9E66-E59E03378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3EA8AA-DC31-3B15-50D3-CAAE68797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F2BD73-970A-40B2-A203-26A421B4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29DDB2-B656-3BD1-8943-63FAC7320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2001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0CAE73-7C6C-A5E8-DE13-AF90F852D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2C1D663-9FF4-110D-12ED-49385B547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53CCE5-E0A0-D8A1-260E-7BEE422D8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B976E0-4244-A6CD-5CD8-E85AE57F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53A26F-63F5-66C3-42D0-0F6DE2B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4432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C3E3F5-A087-0ED3-B537-9C592A4E1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23427C-9773-BD9D-33B5-283A95438E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64E5565-3BFF-B118-3D36-1EC4CC7C9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F18428-0833-DA0C-B960-FDC662292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6DCC29-1B57-F2C4-C401-CEB178C53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9F603CD-BACE-2FF0-87D3-54C374C8B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1304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5D4779-D2F0-D7BD-BD7D-BBBE2B7DA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CB2B85-4ECB-688B-9634-4D3B00B61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1C5585A-7E59-9230-A85C-842E11820D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45C74C4-E5A8-5E91-6FF2-400D03A02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3BC2BBC-C1FD-E605-0C3E-A4A0806E52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BEBE341-31FB-3929-DE9F-C2A3ED3A7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A8BAAC2-C1D5-0D92-B2AB-29105FF2F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6F7ADD1-ABEB-AFB5-CD6D-920AAD150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0864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51E595-6E19-1277-286D-430ABBA77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0E14909-B420-72F9-8E83-6EC7E9304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CE39CA-1463-BB15-F78E-10B6479F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D4FFA05-3DA8-681A-9C76-5EF3297C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772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255B037-7B9D-577E-0143-D220750FC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C3F02E-2A88-2FAA-A339-0C0F64E66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4EF887-BF30-B131-0839-FF6F872F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591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257CEE-B7E6-125F-4B69-7F0E266B0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EDC7EA-64BE-7C7B-8BC4-A33D2F3C7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0DCD59-A6F6-4AB7-3CB8-14BCC8130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3FDB06E-79E0-295D-2DBF-60CEAA41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A0E360-972A-80F4-CB78-CF0464852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29252B3-5662-E0EF-800A-EDB14115B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5496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57271E-1A9D-7A76-A8C5-4A425DD9F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CBFEA82-9DCF-CF63-2C16-014E5FF889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5E41EBC-7D29-3A0B-048E-843EA73FA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A6FF06-1542-39E8-A58A-C75AC2AE3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56DD562-123A-6AF3-4B6A-AA9F5B279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1EDE4F-FCEA-8655-A39A-A8E143028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946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6F6CBB-398A-0BF7-6B95-A88CD71C0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DEA43D1-C67F-EF73-E3DE-01364340D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FB9044-E746-EE04-6833-25C82CE91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197697-39C6-2740-8422-05826D80D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CB508C-87C6-8483-FB85-3C23B87D3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7450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1C34702-E812-D16C-8E10-F9AA588FD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23E878-C85F-B55E-AF1C-21B4D87FC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9A073E-A3C9-406E-33FD-14A9E8F9D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E16EB9-1B31-31DE-6798-43E706EF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C29B20-375B-1CBF-2327-3C060EEE0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3653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6A3694C-3F9C-EA60-3064-32E6F919D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7502805-180A-FF01-718B-96544CB39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3ABDD8-71AE-D17F-C063-2D5E26075F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5B53E-AC42-439D-977B-2AD63AFFDAE6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C5CB5A-A2D5-C8FB-871F-78A99EE0F9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BD8CDF-553F-314D-0C18-F3AD7D058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11CA10-2CD0-4706-9CBE-CE346C6C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874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D15F38-F763-6C67-28F2-8C7E0FD15E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447747D-3953-7FEA-E283-60AADB93DC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C6AAADD6-0191-D821-21A2-AB25B558A038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FBCC167-330E-CB4E-8A41-399E8FC8B1E0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FA88D5B-F319-F178-945F-457E01402FC1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23F340B-8F45-8B34-F3C0-9BAEB44A2B1C}"/>
              </a:ext>
            </a:extLst>
          </p:cNvPr>
          <p:cNvSpPr txBox="1"/>
          <p:nvPr/>
        </p:nvSpPr>
        <p:spPr>
          <a:xfrm>
            <a:off x="812800" y="1498600"/>
            <a:ext cx="787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D13C269-8F41-AA3C-F198-02CA404C7CAC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3310460-EA6E-2CBD-F97F-BDE1CDF83894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370B62C-F656-7188-8D05-BFEF1DF60D4D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50A2E6-86AC-5F42-A9BF-A83A8AC9A6B2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9DA5023-069E-4F32-3225-9344C9B39098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1CD235B-492D-2DED-4DAC-B9ABD0D65DE6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5963434-1547-8B29-A87D-CC03FE8087C6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4A89A83-96A6-AE59-DB76-DAC5DDAB1061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2703975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BA70788-F2A9-7CB6-35DC-24DDEB290F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7C2AC7-9558-E3D1-D10D-B15172BE8D0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42A55E-F0CF-2DE0-195F-8A267E0B88C1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023AF3-166F-20D1-0515-0AFD2D42140D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793BDF5-3444-BA33-1C3F-A5D3CE5DD3A8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09EDC0-2AFA-840E-1B10-5DA28325F35F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5CEA15C-37A2-A984-C747-4ADB975EA425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F07E13B-196D-5DBD-DE9C-74B402F3A204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DD8FFDC-3EEE-4E3B-A23F-10D00C271187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3354D1C-7AAF-23E5-7169-DD46E21FA321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DF52876-1FC9-639A-1013-8AAA2016C1CB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FAC65DB-8487-59C3-EB57-CF59AB21E17E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26813A4-D488-4EE7-9671-DC0725A91D40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C4EC2D7-13C6-8525-E628-5E9F1113D806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31B5EF5-A2C1-CAE4-3B60-19409F851448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・ファイル名で表示順・表示時間・再生期限を調整する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5C53DC94-6955-A774-C45F-DA344DA48E29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E7E1FB9-74C9-75BA-E3A5-B5B7FC348D53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E0AEDC7-1D1A-8A48-7785-458AEDA52A75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B58BA21-8A73-B147-93AA-0D5E31315EE4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EB2E754-5EC8-6FA3-2F35-070BE25E5FC0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7CC7411-9E4A-7150-D06F-E76A65FD12CB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D812D31-47D0-64B7-9E8A-2E8570F11E33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DC1E00F0-92D9-02FC-43C9-309BBF0C765F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74902F9-9A31-7206-2F38-620E33A7E628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123207B-132C-29AF-D1F3-2F1D843C40B2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310D19E-EA0B-AC35-9973-2A1E0BBA546F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649339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F052011-E3EA-2030-2489-5D69CFC9EE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1173C7-3BAC-0603-131E-114846E71664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61862D-B18D-70FD-FCC2-C8EDD6126DC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AA8B7F7-776F-45CA-E784-7AEC5EDB309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3B35ED-17E3-2D1B-306B-42EB550B1E0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10B09C-C31F-1EBB-254E-52800411D95D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0CA2BB-0E74-5201-199D-38E92B5F0B1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52F1547-B9B9-872B-DBED-F2A33B3E01BE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7810EB4-5FA1-678D-B602-473D3992B3A9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A90DC343-320B-F1C9-C25F-A1D934945263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A98D2E8-88E7-68B3-EA1D-75FA2BF8C457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501BB00-CB8A-1C5D-0B86-78F70E6F4933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DB2D827-90CF-B565-4701-450231CF3FBB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96A76DDD-5FE2-7B6D-CA39-45CB361F6758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727B7CBB-482E-244A-6937-108BB434959E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FF817C9-D12C-C03B-6810-B1E8C80FFAED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C80DD89-941B-A0B3-0842-EE5B6FE1CD65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8CD5AB2-3E53-ACE8-8E36-C30E2748B080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F661F25E-A756-2495-B09E-79E1268A589F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C8D24318-B934-1B1A-E3A2-37FDF532857E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215B3EF-0A51-60D1-E945-CF786146A9C8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4C16CB-127B-A0D8-ECEB-3FD12F176ACE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C1845AF-D69C-FFCC-D9D8-CC8FF3DF1BC9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A2363E13-C9A1-C5A6-FFB3-2995F3D03317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84F89EF7-F981-26FA-BD0D-149FF0407576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C5C441A-578D-B934-DCD1-571336433410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8572D41-2E36-9A5A-9F67-1F50F0F07512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9401CAD-FC56-84E0-6178-129989359C28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60E59F5-2431-B45F-073A-8B396F9CD4CA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ファイルを追加・削除しても、いま表示しているスライドが終わったあとに切り替わります。普段は全画面（コンテンツ表示モード）のまま運用します。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2081831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969230-7334-A755-E1D9-5C539A6232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5297AFE-6E68-941C-C78E-5DB9DAA6780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03FD17-5DB5-0524-7282-E670E62FF839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504B98-8600-26EE-4DB7-DA6804F0A850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F3F9600-09D9-8A40-3803-562A7D1AFE2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14A26A3-0FE8-4C10-193E-1E3B12B4FE1B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A41C1B5-0168-63E2-462B-B7E26426304C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38057C-0C6D-07FB-80DB-D0076026CFF3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5EE31BE-43E3-72B2-F328-732C7A1C9CD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A6967EC-E391-C374-09DA-47907B6AC64D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A98DF53A-14D3-7C43-D694-078855C848E4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76E6DE8-E8C2-4DEE-705F-16B9FB1DD30E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ECFC501-5EF4-62C3-32F8-AA0C21EF1B19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B84603-94B9-FE0F-386E-F57ABD9B48E1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7C4F482-B05A-9B0C-24CB-C7BCD1A0E02B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F5168BD1-49D7-EB02-5AE1-8A7BFA975A5E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F94C07E-E926-5038-B011-DDAA1717B9E0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4DE2408-D474-B88E-5665-5E7CB32A86F5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F42431E-8944-303A-29E6-73AEB91966F4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81B931A5-8E31-3EC6-5469-32D949AF37F6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7F26C1FC-B37B-92B4-4CEC-B12B064FC25A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65D954E-D91D-EDA4-939E-7E30B511F39F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212368E-A8D1-8BD9-5480-FE678E45A9E4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3DDEEBF-1111-EAB1-95EE-54780B353E17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3E04CE3-772B-BDB0-5CF4-D0FDCF1E0DE5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A8657AB-DE30-6B3A-FF72-15DA717FE43A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BC524CC-210A-AB4D-7051-A93F2CAA7726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B351DDA-1A41-FABD-AA0C-36733BC65AF1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E4309A3-9B07-5197-C4FC-02C1266C39D4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787E5C0-502B-F3D7-A11A-EE485796FF6D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1720872-6D57-F03D-C85F-9DAE31B70E22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290E46D-AFE6-9636-8D6D-950714AAE894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55700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9193587-01F7-ABE0-A40D-D471CF78F7F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6B6C15C-DDAC-FAD8-1D05-DCE36391070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6B6CD5-745E-47F5-6AEE-D31C266EDE4E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57CAAAE-A75B-587C-318A-62631303CB13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7FA1AC-D0EB-5B4A-5254-62ACE02182D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61148C6-7D42-D50A-C800-A2624D146963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B49BE83-7391-E6CE-372F-777E6B0A3F8A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084EA2-BB2C-4D9E-55DF-3512C1844095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6A84B0-5A1F-E892-8E37-74A2130984D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2E46CF4-8B08-ED2A-B120-6C318DC8F5C4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B6280D5F-6A5A-001D-0CB1-5C64D38CA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22508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87645496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718163159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409025377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9627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395994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47482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835636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AEBDA07-F5FE-4856-CF81-41523F1441A4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93EEA5F-724B-DDB5-9FF3-8BFB1FB67439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0AB0862-029A-E21E-86B8-BE917865824D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96B7755-2668-F9DE-991C-DAA2270ACE2C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289040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FB7A57-BEA6-BA64-E143-7900AA34E57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792CE38-8290-4600-BF95-4287DE8E28D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3F506C-457E-9BC3-DD68-FA9A91A9E1FC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565C67-23A2-F6C4-7EA0-FB41CAA2586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表示順はファイル名の昇順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F7A8A8-7559-9577-852C-5F7A4A44D36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EDF57A8-F3F8-06C0-1EE6-8E3966875AD9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A4DC16E-4D74-B3F4-07AB-0032E0156210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214B342-633A-7C90-5D58-07E86C111F48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8E096D8-42BE-0470-BF49-9930135515B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8A2CA5-29A9-F225-08BF-32483DB33D60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ファイル名の昇順で表示します。数字の部分は数値として比べるので、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 → 002 → 010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の順になります。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35C5749C-B2A4-8290-96C8-E04220B01C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155181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2339578349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426514937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884819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（昇順）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910957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2.jpg → 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2 → 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（数値の昇順）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53536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874234C9-9FBE-5524-4299-BFFFED32A533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9174A3-524C-41F5-51E7-02E5B446B340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14DE8D2-8BAA-BB9B-43B6-FA66A9C84DDE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D3AD9FC-CBC2-F54F-117F-1419B29D5ED5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のように桁を揃えておくと、意図どおりの昇順になり、並び替えも差し替えも管理しやすくなります。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67068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B1B4C13-3CCA-13B2-8424-544C3758CDF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22929C5-7785-68B1-68F8-BB4A87DE9540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F010FCC-A41E-BD45-7F01-B596E9327B0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393EE7-6131-A0D1-E9F3-253D46EFAA3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2F4086F-A64B-ECE3-0C65-C99711EC0B0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809CF36-2E99-6526-2E20-1CD4DF289B2C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DEC526-5378-C21D-2BD7-1A9F6D86475D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17C3425-3141-B0D6-B18B-524F80EBEE86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C197864-F709-AE75-F8FC-63A39DE0B6D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B2A2C11-14A3-85DF-7CB8-EA02455A7227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は、ファイル名の末尾（拡張子の直前）に「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5〜300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DC421326-1010-3077-79A9-1F86917278E1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37CC02-9880-961A-F177-390140E4A44D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223A093-C2EA-1102-BF9D-265727D1E686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55623882-FD8B-B60C-5BCD-3479A4FBD2D8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2D6C82-783E-5CEE-AB19-257A14BB3009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E47900-8D8E-14AC-3475-76E1174F89EF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66A0346-77A4-2143-2CA4-2B2A615952D7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FC4238B2-3767-F91A-2980-615A8E1A2F84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6469CB3-330A-566B-97B7-62E531619069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3E019AF-4408-FD1D-B71F-F1DAD5CCA5E5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8C569A2-71E4-ED32-D7E6-EF6C109B5903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4F49205-ABE1-AD2F-1950-62E42BADCEA6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BAA2983-90B5-F49B-72E8-FF74883410DA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35FC57C-6ED1-56A8-22D9-89CE7ACD6E77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0E0B1A6-2F44-B735-CCEC-C8672ABCDC20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BA4CD4EF-037D-AFDA-1488-F30AD90AB0CF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585D496-515F-08E2-40AD-C489860FD8A4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9C9612B-50B9-68D6-E9DD-CFCEB3178FD7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8FE16B8-6AB4-0077-2A61-03A8B24167B4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1084177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C0FA075-6E4A-4D7C-67A4-EF0EA3DBCA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8FE358-E248-57C9-5FB2-F5294852BF50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7F9BB4-2725-225B-EA52-F9A5E2F1A7D5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96FB55-78E9-558B-391E-EE18310FFDF0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再生期限もファイル名で付けられる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F110C1-CBC0-3676-B5AC-EA4B94476F4D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7C7499B-76F4-B81F-32BA-437EBE707648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D72AABB-9FA5-9070-8FC0-339F57F6B05D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286220-6D35-213D-4502-0B50293A91CB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A9848E9-EC7D-B840-0DC0-B7385B16240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DB956F3-222E-10DF-70DB-772B74922469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末尾に「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年月日」（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桁）を付けると、その日まで再生し、翌日から表示しなくなります。秒数との順番は問いません。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4000C7F-C584-78B6-BC17-906FF70D493F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0BA185E-8846-A310-CC08-8D83459E3001}"/>
              </a:ext>
            </a:extLst>
          </p:cNvPr>
          <p:cNvSpPr txBox="1"/>
          <p:nvPr/>
        </p:nvSpPr>
        <p:spPr>
          <a:xfrm>
            <a:off x="1244600" y="2540000"/>
            <a:ext cx="635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4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400" b="1">
                <a:solidFill>
                  <a:srgbClr val="FFFFFF"/>
                </a:solidFill>
                <a:latin typeface="Consolas" panose="020B0609020204030204" pitchFamily="49" charset="0"/>
              </a:rPr>
              <a:t>_20_20260904.pdf</a:t>
            </a:r>
            <a:endParaRPr kumimoji="1" lang="ja-JP" altLang="en-US" sz="24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71D9C39-0213-37CA-6BCC-144FF600626D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」が表示秒数、「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」が期限。案内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_20260904_20.pdf 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でも同じです。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D9DA932A-954B-ADE4-35BF-499213418926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35A855-DB4E-A78D-9A22-10B4E79F42DB}"/>
              </a:ext>
            </a:extLst>
          </p:cNvPr>
          <p:cNvSpPr txBox="1"/>
          <p:nvPr/>
        </p:nvSpPr>
        <p:spPr>
          <a:xfrm>
            <a:off x="10160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_20260904.pdf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85387B6-577C-F020-319C-A81FA1CD7A88}"/>
              </a:ext>
            </a:extLst>
          </p:cNvPr>
          <p:cNvSpPr txBox="1"/>
          <p:nvPr/>
        </p:nvSpPr>
        <p:spPr>
          <a:xfrm>
            <a:off x="10160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期限のみ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47F9D27-CA53-9379-5F74-AA9A7F32B3C0}"/>
              </a:ext>
            </a:extLst>
          </p:cNvPr>
          <p:cNvSpPr txBox="1"/>
          <p:nvPr/>
        </p:nvSpPr>
        <p:spPr>
          <a:xfrm>
            <a:off x="10160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標準の秒数で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日まで再生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404CE544-A025-A9F2-B527-8B535EE221C0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1076B3A-81E7-70FC-EE4C-23DCC5216943}"/>
              </a:ext>
            </a:extLst>
          </p:cNvPr>
          <p:cNvSpPr txBox="1"/>
          <p:nvPr/>
        </p:nvSpPr>
        <p:spPr>
          <a:xfrm>
            <a:off x="46228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_20_20260212.pdf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0F89A51-C7C8-2705-C93A-84E938D8AD23}"/>
              </a:ext>
            </a:extLst>
          </p:cNvPr>
          <p:cNvSpPr txBox="1"/>
          <p:nvPr/>
        </p:nvSpPr>
        <p:spPr>
          <a:xfrm>
            <a:off x="46228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 → 期限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49D601-9481-1721-A713-7BF477515ADB}"/>
              </a:ext>
            </a:extLst>
          </p:cNvPr>
          <p:cNvSpPr txBox="1"/>
          <p:nvPr/>
        </p:nvSpPr>
        <p:spPr>
          <a:xfrm>
            <a:off x="46228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0532CA0-BB07-FF7B-5DB8-47F3AE3DED6C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F7AFD78-47AF-3309-B85E-EE4AC8DF1192}"/>
              </a:ext>
            </a:extLst>
          </p:cNvPr>
          <p:cNvSpPr txBox="1"/>
          <p:nvPr/>
        </p:nvSpPr>
        <p:spPr>
          <a:xfrm>
            <a:off x="82296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_20260102_30.pdf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1F160E-6554-4912-8EB8-1F131CCFF73F}"/>
              </a:ext>
            </a:extLst>
          </p:cNvPr>
          <p:cNvSpPr txBox="1"/>
          <p:nvPr/>
        </p:nvSpPr>
        <p:spPr>
          <a:xfrm>
            <a:off x="82296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 → 秒数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C5F7B41-7074-0DA9-7B9B-CDF0888F2992}"/>
              </a:ext>
            </a:extLst>
          </p:cNvPr>
          <p:cNvSpPr txBox="1"/>
          <p:nvPr/>
        </p:nvSpPr>
        <p:spPr>
          <a:xfrm>
            <a:off x="82296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CF7EC00-DD09-478E-7E5C-8A72317ABF3D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D4710E5-80F6-078F-2043-A5C4C0C61D67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06FAA83-088D-5ACB-00E7-BD44EA5790E8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誤りと動画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ED90B5C-39E3-8AF8-5ABC-A9190DD501E6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存在しない日付・桁不足（例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_2026923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）・秒数の重複などは再生を止めません。管理画面を開くたびに「表示期限の指定」ダイアログで、○○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_20261231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などの例と対象ファイル名を知らせます。動画も期限の対象です。</a:t>
            </a:r>
          </a:p>
        </p:txBody>
      </p:sp>
    </p:spTree>
    <p:extLst>
      <p:ext uri="{BB962C8B-B14F-4D97-AF65-F5344CB8AC3E}">
        <p14:creationId xmlns:p14="http://schemas.microsoft.com/office/powerpoint/2010/main" val="62160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78415A1-5F33-D6FF-028D-CD7979A70D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EF511A6-6730-ABD2-27D3-A6337E2B042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4185AF6-03E6-C046-5225-6AEE936E9D2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4AAB496-0073-F8E5-CA73-6B98851F7443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AF8545-4025-5C98-F880-21499F2CD68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8F10CCB-E2D4-6B84-71AD-6C657465C47D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2154160-379A-22A0-905D-6A341FB820CF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32D1B22-9C89-AD51-FAE3-75D71CDDD8B7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491E559-4643-BDDF-7FDD-028023254E9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48CBE09-3C03-C979-12F2-389C61DE89DB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18072C3-FF00-3CC5-D34F-625DFB47B304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3F885CF-69DB-4D4F-87E8-FFA947604296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75B166A-9BEF-FA33-3F1D-5FDC1F0772D2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D6638519-FB77-F80C-2F62-294228799157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8AC92BD-1E99-3E91-8B57-659BA259CC7C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19DCDEF-9152-B941-BE9B-5FEB3F2FF3A9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892F50E-2C35-16DA-DBD3-4287A3595507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読めないファイルは自動で飛ばし、残りのファイルは続けて表示されます。管理画面を開くと、対象ファイル名を「壊れたファイル」ダイアログで知らせます。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8ABD15E1-AB5B-3916-B95C-F0F13F9AF981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BE5294C-1EE4-EFA9-D427-1FBFAB695250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7CFE45D-A597-E95D-4763-D228DEEB74E0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D14848-B51E-A932-E7D7-1E2BA2CAFFBF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98105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404D8C-0C04-C54C-0E58-FFE400523F4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E4A53AE-BE7C-C4CB-1DB1-33B90C36C44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4FE2B7-0615-987F-CC61-6CFED9760D51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788A5F-48DF-E509-A0AD-736C85D7789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B45A0C-45F4-CCDE-ED94-C2E4CF0B4AC0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B09D394-6F9F-9B70-5FB2-B571241B77BB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C88865-9ACD-C779-D260-EA09B9D8D426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59A06F1-258A-3DE3-CAB4-DD0D3067A454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8B3A109-79AE-297C-6090-29498039788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5BBEA350-ED82-EF54-2B56-262C8533A862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03886D4E-38E0-4029-7D1D-B01343C83171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43F1CBC-37B8-8563-0BEB-A59DDF38016B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CE0525-7B9B-A7C9-D068-33288648BB14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5E24FC6-9A91-FBCE-C080-BE502EA3F02A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KS_Signage.exe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0F85813-AAE2-A221-2014-B274D2119EF7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F9A54BDD-CBD6-37E0-7099-4F66AA4B03C3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36F2ECA-C9E1-7CBE-9366-28AD65A5A14F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E650377-42DB-9A23-D097-9B208D5FBC9F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0E5B4B9-8698-1052-7E16-A8E7AFB828B7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9A40345-1993-CD87-89B2-2BB9D2760F7F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A4BCA83-6BB6-C56E-0306-1AF1563619D2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29F1C3A5-22E4-EDE9-106C-8E6C30D3F758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4E602A2-279B-919C-575C-754DA6DCEFFF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D8B5BA5-E73E-DAAB-047F-66E59ED14763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8668291-8651-2AE9-F920-F6C532297C31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FC141B7-9AEB-9CA9-5437-A794C0BED744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F4E1B40-0707-7A7A-6725-7CD1B9613C3D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同時に押すと管理画面が開きます。ファイル名の秒数・期限の誤りは「表示期限の指定」、壊れたファイルは「壊れたファイル」ダイアログで、開くたびに対象ファイルを知らせます。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A4FEE881-AA74-69E3-7E47-954A2AAC9B7E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4D08EC4-4BDF-E248-7036-88639D90CE39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E857914-5BA3-05C6-8BF2-03843A3B8CB9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382278E-BD17-DCC2-DA89-540D2F9E1D30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98029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D5AEBA2-CE06-E3BF-026C-137ADB39FB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6A4E8A-C242-A886-DFE5-FA747891AC30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BD8534B-63D1-267E-90DD-629DEA2E771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E0E463-99F2-A7EE-9B47-737D83CA1B9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CFA7A05-EAA2-790A-DFF4-0997D38226C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81A10A3-37C2-B3E2-605A-FC5CBF740540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9CB984E-C618-E8E2-BB19-E44E75E620B1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2A67982-D9F3-7FAA-AE81-5EA038F81B7F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F7EA94-CEBD-170F-BB11-7457AFA2B54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8270FB71-2592-F0B0-891E-510EEA7F12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8554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190917604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327169771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95466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79511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4365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0725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72746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822394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957163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D50A3C02-2CFE-9D40-54BC-7D331CD86A0F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B19AC0D-9937-36B9-089A-F249AC8B8725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3DFD16C-C7F4-AEB9-EB5D-07D162180A9A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5CCC340-AF87-D6F8-0B80-29EC825AC622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。時刻と自動起動は再生設定タブ。ライセンス・アクセスキー・ログフォルダはライセンス等タブ。</a:t>
            </a:r>
          </a:p>
        </p:txBody>
      </p:sp>
    </p:spTree>
    <p:extLst>
      <p:ext uri="{BB962C8B-B14F-4D97-AF65-F5344CB8AC3E}">
        <p14:creationId xmlns:p14="http://schemas.microsoft.com/office/powerpoint/2010/main" val="3913820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FB9C15C-77B9-1230-3BDB-9B66ACB8E1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350FFA-3538-3DA3-5D1E-39C5D7C87D76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D03C134-F7F1-B547-714D-8596C314FF7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41B712-0E18-C6CB-AF9B-FD022011271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ライセンスとアクセスキー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1ACC156-DC41-F23E-EEF8-239CEB52077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9A9B4E0-E4FA-7684-4D07-98AB6027433A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D822E62-7E2A-97AD-0A45-44F3D8D91A3E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3AEC836-0023-112E-82AE-6E9F18A5AD0B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67A6E1-F0EF-E7A6-9480-7C2DCAC46215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62C4E70-D572-4259-3BBE-7E1D0EAA67C5}"/>
              </a:ext>
            </a:extLst>
          </p:cNvPr>
          <p:cNvSpPr/>
          <p:nvPr/>
        </p:nvSpPr>
        <p:spPr>
          <a:xfrm>
            <a:off x="8128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F747012-386A-EF74-2075-A9048955424A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FD56B6C-1CA3-6153-4A88-0C5B097D7930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TRIAL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EBBE874-C297-5097-A971-DB73C7D6C794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初回起動から </a:t>
            </a:r>
            <a:r>
              <a:rPr kumimoji="1" lang="en-US" altLang="ja-JP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8322DAE-35EE-E112-96C8-E2DD955EAE20}"/>
              </a:ext>
            </a:extLst>
          </p:cNvPr>
          <p:cNvSpPr txBox="1"/>
          <p:nvPr/>
        </p:nvSpPr>
        <p:spPr>
          <a:xfrm>
            <a:off x="11430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で初めて起動した日から、暦日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日は無料です（当日を含む）。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フォルダや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を消しても、同じ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では試用は延びません。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D57353F-92A7-E4EB-6F9A-5543697BDD5D}"/>
              </a:ext>
            </a:extLst>
          </p:cNvPr>
          <p:cNvSpPr/>
          <p:nvPr/>
        </p:nvSpPr>
        <p:spPr>
          <a:xfrm>
            <a:off x="62484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5ED4E47E-0384-634D-852E-BE9DDDAEC311}"/>
              </a:ext>
            </a:extLst>
          </p:cNvPr>
          <p:cNvSpPr/>
          <p:nvPr/>
        </p:nvSpPr>
        <p:spPr>
          <a:xfrm>
            <a:off x="6578600" y="2209800"/>
            <a:ext cx="10414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2A8B6F-46A3-1F75-53C8-B60D5900DDB6}"/>
              </a:ext>
            </a:extLst>
          </p:cNvPr>
          <p:cNvSpPr txBox="1"/>
          <p:nvPr/>
        </p:nvSpPr>
        <p:spPr>
          <a:xfrm>
            <a:off x="6578600" y="2209800"/>
            <a:ext cx="1041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ACCESS KEY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98409C8-70C2-E12C-D890-436724D939D9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届いた文字列を貼る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1B6D7C7-783D-809D-6C81-86AFDE98068B}"/>
              </a:ext>
            </a:extLst>
          </p:cNvPr>
          <p:cNvSpPr txBox="1"/>
          <p:nvPr/>
        </p:nvSpPr>
        <p:spPr>
          <a:xfrm>
            <a:off x="65786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Ctrl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で管理画面を開く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ライセンス等タブにメールのアクセスキーをそのまま貼る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「アクセスキーを適用」を押す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を残せば、差し替え後も再入力は不要です。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5854C85-C4FD-1E1E-915D-84C2706C9053}"/>
              </a:ext>
            </a:extLst>
          </p:cNvPr>
          <p:cNvSpPr/>
          <p:nvPr/>
        </p:nvSpPr>
        <p:spPr>
          <a:xfrm>
            <a:off x="812800" y="5029200"/>
            <a:ext cx="10566400" cy="990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A0BD9AB-6A99-3B4A-437F-49146039CFDB}"/>
              </a:ext>
            </a:extLst>
          </p:cNvPr>
          <p:cNvSpPr/>
          <p:nvPr/>
        </p:nvSpPr>
        <p:spPr>
          <a:xfrm>
            <a:off x="812800" y="5029200"/>
            <a:ext cx="50800" cy="990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DEDFD05-BD95-CC99-2C61-02434B6B71F7}"/>
              </a:ext>
            </a:extLst>
          </p:cNvPr>
          <p:cNvSpPr txBox="1"/>
          <p:nvPr/>
        </p:nvSpPr>
        <p:spPr>
          <a:xfrm>
            <a:off x="1092200" y="5029200"/>
            <a:ext cx="1497584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期限が切れたとき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6FC32AB-22AF-CBF7-945A-712701942AC7}"/>
              </a:ext>
            </a:extLst>
          </p:cNvPr>
          <p:cNvSpPr txBox="1"/>
          <p:nvPr/>
        </p:nvSpPr>
        <p:spPr>
          <a:xfrm>
            <a:off x="2589784" y="5029200"/>
            <a:ext cx="8510016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映像は止まりません。画面の下端に「契約期限が切れています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…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」と出ます。正しいキーを適用すると案内は消えます。誤ったキーでは以前の状態のままです。ログの場所も管理画面に出ます。</a:t>
            </a:r>
          </a:p>
        </p:txBody>
      </p:sp>
    </p:spTree>
    <p:extLst>
      <p:ext uri="{BB962C8B-B14F-4D97-AF65-F5344CB8AC3E}">
        <p14:creationId xmlns:p14="http://schemas.microsoft.com/office/powerpoint/2010/main" val="2010133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AC51FEB-EF35-E5AA-4917-677309E2A4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B7A502C-3330-A95B-84B8-45130F269EB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87FE3D-64D1-ACDB-BE64-455FC7227D8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AB32B0-7AB6-3CB7-1F49-CB45E889999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0729579-F8CE-218B-D860-E0FAD7040AA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E2F95BA-2EAF-DB61-35FF-61DBDC6A9E14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E6FC94A-55EA-E013-B20D-7551BD09AEC8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AC7829D-D0C0-234A-A774-85F84D7D1FB9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CD32F28-9B31-4EBD-2169-F3554AE30A1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54CC3F6-A819-7396-53C7-1376D2BBEF58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F0C2E32-9AE9-F1C9-00A2-9614161648AA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9CA1D0-91EC-B5C3-B8AB-54CF087B13A5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FE9795F3-2BCE-EB32-D444-82A9C2949093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DE2E3D9-5C65-80B0-F4FC-B92092888D32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A3D5AD5-A54F-1B04-40A8-61A40A424F1C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1CB5084-0731-0215-2123-862FF9EB67C0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66CDCED-B954-D568-8B14-0F745979356E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5B3BC0DE-42A5-0C84-134B-BDC6E7F64E6E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F84646D-3504-E6C6-856B-24DA3B911425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81B987-7DE3-093D-8394-C905823439B3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0AA3704-ABDE-93ED-55CC-49BB3C2DE0B1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07F32C3-3329-4C78-176A-58E771A65878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8B1B9AFB-B1E7-1112-CB29-FD10976E0CA3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0B05923-AC20-F95B-D6E7-7AA8B9293E1E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7A69B01-A832-881E-EA8B-D77E66B00B07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CCA4CD5-A0EB-1DF1-1CDC-0B3D0B643451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06CBA1E-F762-9BDC-13E6-CDA257E33A11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C0D7348C-084C-F409-3B9C-FA49F7AA52A2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A8F7395C-62BF-D85A-E88C-94D48CB43B89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A18D116-D81B-063B-D37B-95B7DC96068B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CEBA7F4-6FAD-DF07-8FDA-96DB8721A6ED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CA8BB53-4701-FEBB-BC7E-4081EEE3D2BD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2B23287B-78D4-98A1-849A-116CF8F17E02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043755B2-A7D3-7B51-EAA7-84B268CD4E96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DC1C3E6-E4F5-3E43-5EB2-466D252C020D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801458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E19C01E-9ACB-BC59-A380-542D356E2C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C1AAFF9-4005-4194-A51A-3B0F189163B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8C9596-308A-E5C3-1D28-C55614488446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D3C2061-04AB-8DF3-F244-62840D22D60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9FCF91F-7A6D-399A-C00B-E4EDE3D86105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E79E569-BE2D-48CF-F0B6-60938CF3ACD2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D7210EF-B664-13BC-A2F1-7972EF75391E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59D3462-C5DA-3303-62A1-120B854D08EA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DE35F9A-3F47-5703-8C51-899A08E6171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E315556-B999-80D6-4DD8-0231D54D3639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648B8DE-3B0F-12B7-66EB-9BC0C3DA2555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5336-D338-921F-A111-99C92E1AB909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B69324-9D34-056F-DA45-E361A25A75C0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46C0769-B8DD-8467-6EA4-F88680A4C75A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9901B4F-8505-0C36-7BF5-B74CECBB1CF7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8D30A8C-5E6F-5E6B-C6D8-E2063CF650F8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4EF846D-0211-C2B1-4953-F0618A02652D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970D858-3BAA-4AD7-D653-282777A7A6C0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5CABBB2-1D05-95D3-E766-7C353A165C3D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937173B-E9D3-D8FB-5376-54374285E80A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2529C1F-A938-4C10-3813-7AC1D0661192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C805CCB-834C-71C2-2524-953C720E6BD8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A9FBFC-3F9F-200C-0BC0-74DF4924AB67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9559E6A-06A4-C11F-030E-3C1600F75A34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8176770-C8F1-A5EA-5718-EBE576ED7269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LocalAppData\KS_Signage\logs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8E06281-C7FD-BC66-CC28-BB2D05569A63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3AFCDEC-7B1B-9966-896A-45CA6805D2A2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確認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500ED3B-BEAA-97FC-0400-314A04B21C1B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管理画面の「ログフォルダ」に実パスが出る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1BF15EA-7056-5CEA-FEDE-A15F22B6072F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DB7F62C-E881-15C5-4F03-17171E9C3E1D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A5B2291-AFD2-DD2B-7B0B-C55DA380F061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622243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0C21C6B-8DB9-C695-3217-4AA86F74B89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D1C0CA-BDA3-430D-8987-6EE0770FC8DE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1074AD-B08E-2C09-7E4D-774D0A9DE4BC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19F191-2E8F-5BD3-55EE-BB4D475371E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DA7D9AB-A4F1-156A-B86B-FBCC710E337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8D2EDE-82B8-1388-7702-5B8AFB7B0AF2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643B726-8CB6-AE2B-8C94-7D3A1C2CCF7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3F236F3-886A-727A-0674-65B29684991C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AF74322-259F-046F-FEFC-1BA6F7F117FE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57F472-F0EC-E9DF-A72F-4E97396E2B4A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1C93CC0-17DF-B09B-1A2B-B9EDE271E545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7EC126D-0549-9FD7-749A-0EEEDA286DBB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5064E370-30E3-BC52-7F29-1881A67A72CA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180F6E2F-6E5D-C12C-27FD-94F02A9CB48D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7657FDF-49F0-4CD1-C0FC-5D01B4D5AF46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4C94A25-F331-2062-68A1-C5EC4F51908C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9BAE735-0942-DB14-2C7B-696207EBD6D3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B75647EB-29D1-0857-76D5-5D58791A8B8A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8B7D0F25-A539-545F-9C99-1808F076154C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1CBCFDF-7276-5F53-FF96-00E7E646EE98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03DF718-488C-D574-015B-6579D145D18E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2182C76-0FB6-A49C-DB03-DA35C3B14273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を同時に押してください。コンテンツ表示モードの画面がアクティブな状態で試すのがポイントです。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3166670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0F07B85-BFE3-394A-ECD6-74E6EC9C28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51EAE1C-A484-0619-21A8-3941649AE65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E6E3D2A-6976-9D99-01B5-CB7E3701889D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8AB55AE-4CE6-C317-196E-CE723108B39D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CFF9272-CFA5-326C-815B-679A075C217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CE164E6-0375-1EAC-52E0-48EE5436026B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859D0C7-DC39-D7E4-D327-068C3CCF5ED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C7F4CB7-8A90-13BE-F025-AFAA0F424BD0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A8F679F2-9C32-EFCA-2205-49AA9407898E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242165C-4AD0-5162-D30D-FAA0D538A0B4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B6B49F6-1CB2-9925-D22F-012253CB3418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AC70077-7E49-73FD-F4EA-04CA08E4B810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フォルダ内のファイルがすべて読み込めない状態です。管理画面を開くと「壊れたファイル」ダイアログで対象ファイル名が出ます。文言は「復帰不能時メッセージ」で変更できます。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3850245D-EC53-2211-A0BF-DC56EF5CD590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8127120D-20DB-6842-FF5C-EE6E998F767E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17540E3-4FDC-B7E5-49AB-37F279953C7A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FCE566D-F2F1-52A7-4E1C-5759E45D87A2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壊れたファイルがあるか知りたい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5A7791-70A2-24BD-F223-0F2E6BA22513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）を開くたびに、「壊れたファイル」ダイアログで対象ファイル名が出ます。再生は続き、壊れたファイルだけ飛ばします。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F272100-52AD-2EA4-8D41-9253C0B4DA05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2E59682D-0C33-50B8-ADD2-BD7E9D294152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1D961FB-7B5A-E146-CD7C-D3902156FD42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0425869-FB4B-CACD-D7CB-652D4EE96DEC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CB4720-05FC-F556-4C0B-E5C732B69ABC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アクセス制限は導入先の共有設定に任せ、アプリでは権限管理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374690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E4F2D30-2B1D-C969-F2C8-B7FFAD39BF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C9CD162-19BA-4A00-525E-3A9958B28DE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1AF2EE-0E8B-DD52-D7E7-E38E3FFC3065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FEC893-A970-2FCC-204C-71A6C379866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4C62784-4389-381A-2776-C07F242D33F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1745DEE-595F-3358-1A9F-CDABF2A8D33D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38BF65B-A738-D39C-C376-6A3B4F6CD45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E64D599F-9886-7CDF-3B4A-536CD2F952AF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5B8EE4C8-499A-9FBF-9D47-50185F193611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5DD75A-113A-A335-3CE8-E6BF448E7398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FD034F3-DF0A-C67B-0E91-7BA460033061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画面の下に「契約期限が切れています」と出る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B2035A-6D53-40A4-FD8F-71C6364980C5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試用または契約の期限が切れています。表示はそのまま続きます。届いたアクセスキーを、管理画面（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）に貼り付けて「アクセスキーを適用」してください。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1EAEAA5C-E761-F51E-D98A-4A949D737BCE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FDA731BE-DDA8-81B9-C3C9-4E002044BA82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F4A1EDC-B348-941A-E510-63CECBCE5987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C6187E9-62F3-C9B4-90F6-99F55055D64F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アプリを差し替えたらアクセスキーを入れ直す必要がありますか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47CAB94-A16C-6388-51B2-DFD4C089A1C4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を残して上書きすれば不要です。フォルダごと消すと再入力が必要です。試用開始日は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には無いので、消しても試用期間は延びません。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8546F7-1325-C42D-11E7-AB5A874C82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A27CD7-9EDF-D3C4-65A6-10FB503F422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D9B98A-7B33-F217-60C9-C22BD41985C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CB099E-1A89-C12F-60A1-781ED77753D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9BB3FC-6497-02D9-B988-5A27D5FA409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529A04A-AB2F-C4A9-3DD7-22791908FEBD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F14F4C6-B080-15D2-8FE9-5CC007AD3287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871D40-2590-5727-0989-9F10CE3CC3B1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608476C6-3313-52CA-4D29-295259D79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740235"/>
              </p:ext>
            </p:extLst>
          </p:nvPr>
        </p:nvGraphicFramePr>
        <p:xfrm>
          <a:off x="812800" y="2336800"/>
          <a:ext cx="5130800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759091833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3014221688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43376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4882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551318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90898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84446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再生期限を付ける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_20260904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のような日付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153406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1821BD5-88B5-5DAF-7D38-8D482F8835ED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8E0C813D-91FF-2D5E-F592-9037580902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666605"/>
              </p:ext>
            </p:extLst>
          </p:nvPr>
        </p:nvGraphicFramePr>
        <p:xfrm>
          <a:off x="6248400" y="2336800"/>
          <a:ext cx="5130800" cy="3251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761055951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829128897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14314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73126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コンテンツ表示モードに戻る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「コンテンツ表示モードに戻る」または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06619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93751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90946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アクセスキーを入れる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貼り付け →「アクセスキーを適用」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117987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アプリを新しい版にする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settings.json 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を残して配布フォルダを上書き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13944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ログの場所を確認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管理画面の「ログフォルダ」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632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3165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C4F263-EBAF-7FFA-0631-C4F24057AA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8F1B29D-9B6F-CBF2-C6C7-0B58BF3FCC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87191542-12AF-C88E-7979-976E27D12A34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8A92DD-DBD0-1B10-9FE3-B23F297374C4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BC180BE-0EC0-45A4-251C-93864D5228C5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A88400-3794-F417-0CC0-3C846D4255D6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38D53A-8540-0E92-6D6A-2A5534A3F85D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132483F-BD5E-BC98-0E62-CB6CDF493707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DE9A28B-E727-AAE1-6E88-121C3DA19665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A36AE0B-F2E3-8F8B-95AB-2A9ACA2A4525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1E8508F-9C75-86FA-86B1-553A795345E2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928476D-AD72-759D-5301-FEFB1544750F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21AACEA-A44E-BB9C-62B7-E74743AF85EA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35FCAF3-7D84-41BD-A5BE-B79C855F4815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77196D04-83D0-A43E-9588-4900667F0E26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2E5252-6BAE-1932-9414-46A1CBEFADFF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6D568A7-67C1-4AC0-064B-FF53F23087A1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AA67CF1-4085-BF27-D60B-951357E7AA9A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A7AD7DC-92F2-80BF-F9B2-1103A7B2EE64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C0AC97D-C281-8734-EFB8-F41DB36F5315}"/>
              </a:ext>
            </a:extLst>
          </p:cNvPr>
          <p:cNvSpPr txBox="1"/>
          <p:nvPr/>
        </p:nvSpPr>
        <p:spPr>
          <a:xfrm>
            <a:off x="812800" y="5537200"/>
            <a:ext cx="889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357725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2478</Words>
  <Application>Microsoft Office PowerPoint</Application>
  <PresentationFormat>ユーザー設定</PresentationFormat>
  <Paragraphs>323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iwate-pu.ac.jp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鎌田　徳幸</dc:creator>
  <cp:lastModifiedBy>鎌田　徳幸</cp:lastModifiedBy>
  <cp:revision>1</cp:revision>
  <dcterms:created xsi:type="dcterms:W3CDTF">2026-09-18T08:48:44Z</dcterms:created>
  <dcterms:modified xsi:type="dcterms:W3CDTF">2026-09-18T08:48:44Z</dcterms:modified>
</cp:coreProperties>
</file>